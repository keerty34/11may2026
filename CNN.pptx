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1" r:id="rId16"/>
    <p:sldId id="276" r:id="rId17"/>
    <p:sldId id="278" r:id="rId18"/>
    <p:sldId id="279" r:id="rId19"/>
    <p:sldId id="272" r:id="rId20"/>
    <p:sldId id="273" r:id="rId21"/>
    <p:sldId id="274" r:id="rId22"/>
    <p:sldId id="275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8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A1C64-6BE9-AF37-DE25-439D31B8F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31EA0-E6A0-BF63-D36F-3C8510A97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FA414-1AEC-9567-7B47-26AFF9D2B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55CD6-5884-DBD8-2AB4-A689B7027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E5AE1-A66C-88EF-8944-FD3C3CE5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6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BB0-A744-2320-BA1C-7BB3CFA4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B8ACF-300C-31B0-43DE-F402F0D9C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FDA6E-F63E-5637-7047-F7642F20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2E06D-CDBC-CAFB-D6B1-9474F334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987F-0CD6-2B2B-5832-FFE59EDEE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4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256E-0B53-E971-C07C-5ABD713B6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BFE19-A6C2-6E1C-160A-AEB955C5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8CD2C-5D86-C11E-1BFD-C78BC09C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38B7D-7282-D48F-0AE1-C205F41B6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D76C2-798F-90D4-5B10-14B08FF0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5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12927-9A86-48DB-045F-D329E7F5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5D64-CDE4-7B50-9BE9-49920F357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DC330-1C90-C829-CBA8-7A890AD6D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04920-0DE2-850A-BA79-6D5DA405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1E445-5A25-9BC2-EBFC-2AD6D621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83A5D-BFD2-CE9D-4F6F-F5BC8CFF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9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D3A64-CB47-91DA-A204-601FBA5D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12CE0-FB4B-0670-3FA5-5E1A4AE4D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B6C07-417F-59D3-6BCC-3C86C0CB6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691A1-17B2-078E-AD89-8D88167B5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DB71F-B673-F80C-59B7-D147B36D2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0B861-11DA-33E4-D807-A874538E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DDD12C-4FD7-6C6F-9C83-9E39AA19F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2E4BD-409B-6A36-9495-FEC704A2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5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7E26-7785-3E08-D5F5-0BFE48CDA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6ECE55-8898-C106-3A1A-F1C3F6B9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2BB48-46C7-1FF1-4A9F-B4D225F2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409D8-CAF6-F1B5-B276-35EAA60F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5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EC8BC-062A-45BD-5443-03A8C4EE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4A670-AE3A-5C65-45D1-41035879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A434F-8374-E00D-8375-BA738A4B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0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CBE7D-83C1-7388-D0A2-905C0607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6ED8C-E527-0430-CBB9-C6A83F5D6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225BE-E7FB-4C92-9E68-5D78D731A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11611-4FFC-FDAE-72D9-C208890C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4665F-5E2D-AD55-07FB-53AD15F59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49664-CB3E-ED89-0FF3-D5E7F3C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0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D4BCA-7325-2795-4801-96D54B317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3EE3AD-959A-1066-9283-013B3708E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C167E-B3CC-0BD2-C9E4-B10582F09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4C9143-297E-E0E8-9389-E6C4BD1A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02DA7-E89D-2A9D-6BC7-BBE4F915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83CC2-8C12-1F24-4997-28BC9C46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07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F94E-843D-2694-C74E-593ABB24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CF084-5884-C2B9-DF72-6A8E3266B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53EE9-58FA-42F6-C68F-9D00DA26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91EE-6644-DC0F-E98A-9A0446B4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DF5E2-D013-5A3E-BF42-C0243310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0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099EB9-76C7-A529-AB18-5BC03E1B4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FDE20-9005-5987-5C31-028C855B3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03975-8F3E-2A13-BA4E-32BF14C7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0840A-CDF2-B5FF-4C4B-00D33C59F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149A-210F-790C-A001-D533E981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F31D5-465D-D01C-C7AB-A765FC5A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1841B-E4B4-5F08-B68C-1EF574CDD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2658-FCD5-4F58-0589-7AB626740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0C58B-1CFF-45CD-AC2D-C80217006881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0F3DB-DDB4-3765-8FDA-444451940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2DD56-57C1-6B22-C6ED-5E845E50E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7A292-546C-46AE-901E-53019DAF5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C422AA-AFAA-737F-C9C6-81FABCC7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5" y="430869"/>
            <a:ext cx="11208589" cy="599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9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361C9-A867-EB6A-93F5-3069F554A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F3F41-6D6E-7381-8AC7-459C35567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E6776-ED48-7F0C-8C75-49ED4D418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" y="392707"/>
            <a:ext cx="11130951" cy="592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4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E05E8-9F63-F93F-FE64-548C0F45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3" y="295124"/>
            <a:ext cx="11614030" cy="626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B0CEA-1773-8619-10AE-A10CD30FE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92" y="497421"/>
            <a:ext cx="10302815" cy="550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20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98DE5-42BB-40C7-6231-78D8CCD40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80" y="600087"/>
            <a:ext cx="11087819" cy="52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59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95644-693F-E6BE-CE91-0CDFCEF0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91" y="411953"/>
            <a:ext cx="11415623" cy="603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8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B5A2E-2559-D0F6-04CD-09CE38B73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98" y="356571"/>
            <a:ext cx="11148204" cy="601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174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A7D7F9-2913-2602-C0F7-4CDBA3733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8" y="488639"/>
            <a:ext cx="11105263" cy="588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71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C14A2-931E-3500-7998-0DD0FAB9F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68" y="546177"/>
            <a:ext cx="10699630" cy="57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7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ECE7B-8C53-3B8B-4658-A941D8080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94" y="464380"/>
            <a:ext cx="10561608" cy="571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88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63F962-2871-A73F-9731-88F192D80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38" y="471226"/>
            <a:ext cx="10604995" cy="56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99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178D2-E6F2-A9EC-8FF9-E78E999A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6" y="460456"/>
            <a:ext cx="10666816" cy="577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39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49A858-A451-922C-ED8C-0AA54B33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0" y="407760"/>
            <a:ext cx="11268635" cy="604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90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1845CB-DBCB-6173-0DE8-17B0D92DE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2" y="578224"/>
            <a:ext cx="10318376" cy="546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49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7B638-1A88-334E-553C-EF3F3C106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228153"/>
            <a:ext cx="11136279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62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EC4D4-A9CA-0E14-7FF2-BCCFEB210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52" y="380176"/>
            <a:ext cx="10630619" cy="56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074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57499-E452-421C-19CD-5F52F68CE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7" y="136335"/>
            <a:ext cx="11622657" cy="622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42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D1F170-07F0-52DB-6AAF-5063EDF6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85" y="335006"/>
            <a:ext cx="11122430" cy="587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85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DA5DE-0754-A3FF-5C45-1ADD3F871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09" y="403381"/>
            <a:ext cx="10685182" cy="57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62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48969-E878-F862-B1B4-086989352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03" y="412644"/>
            <a:ext cx="10748794" cy="570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79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130FD-0CE4-A751-1502-FB17D033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1" y="402087"/>
            <a:ext cx="10923917" cy="582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073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5C768-834F-5E3C-0E0E-4CAF1CE7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82" y="410238"/>
            <a:ext cx="10802815" cy="573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91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BB0BC7-602B-BB7F-F9BF-A8A493B08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6" y="327544"/>
            <a:ext cx="11377995" cy="60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72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59005-BA34-92EF-DF03-A36CA6F2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7" y="424233"/>
            <a:ext cx="11225842" cy="600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7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3220A-41C9-EC6B-9CC7-B7CB9A01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4" y="307977"/>
            <a:ext cx="11363864" cy="596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684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EC491-A745-6E8E-3CE5-A07BCFD8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59" y="474193"/>
            <a:ext cx="10598282" cy="568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29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8B7E3F-8C28-29A1-C9D9-49C245D9F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75"/>
            <a:ext cx="12192000" cy="655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890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726F9-5113-E450-F544-C80CFFBD0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6" y="319884"/>
            <a:ext cx="11234468" cy="598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662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ACF435-97EE-9498-BE48-1CE489572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11" y="272702"/>
            <a:ext cx="11139577" cy="598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620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BA623-E0C1-775D-42B5-78386B8FB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51" y="449674"/>
            <a:ext cx="11113698" cy="595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63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75404-24A8-3045-B1CA-17CA8417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77" y="320874"/>
            <a:ext cx="11096445" cy="59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32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Vinod Kumar Panuganti</dc:creator>
  <cp:lastModifiedBy>keerty vakada</cp:lastModifiedBy>
  <cp:revision>3</cp:revision>
  <dcterms:created xsi:type="dcterms:W3CDTF">2026-06-22T08:24:10Z</dcterms:created>
  <dcterms:modified xsi:type="dcterms:W3CDTF">2026-07-27T08:33:44Z</dcterms:modified>
</cp:coreProperties>
</file>